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43400"/>
            <a:ext cx="12188952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E-Commerce Sales &amp; Customer Analytics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B8AA"/>
                </a:solidFill>
              </a:rPr>
              <a:t>Final Capstone Project — Data Cleaning, EDA, Visualization &amp; Power BI Dashboard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4D9"/>
                </a:solidFill>
              </a:rPr>
              <a:t>Aarav Sharma  |  Data Analytics Domain  |  Batch-03  |  InternNova Internship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1B8A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</a:rPr>
              <a:t>Objective &amp; 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B8AA"/>
                </a:solidFill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Apply the full data analytics lifecycle — cleaning, EDA, visualization, dashboarding, and version control — to a single real-world-style dataset, end to end.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6916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An e-commerce business wants to understand which product categories and cities drive revenue, what factors influence order value and satisfaction, where returns concentrate, and what data-driven actions could improve revenue and reduce return-related losses.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Project Scope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5196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Git &amp; GitHub workflow (7 real commits across the project lifecycle)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Dataset selection, inspection &amp; cleaning (403 raw rows -&gt; 400 clean rows)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Exploratory Data Analysis: stats, correlation, per-category outlier detection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7 visualizations (line, bar, histogram, scatter, box, pie, heatmap)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Power BI-style interactive dashboard (4 KPIs, 5 visuals, 2 slicers)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Business insights &amp; data-driven recommendations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E-Commerce Sales &amp; Customer Analytics  |  InternNova Capstone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1B8A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1B8A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B8AA"/>
                </a:solidFill>
              </a:rPr>
              <a:t>400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Clean Order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1B8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417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B8AA"/>
                </a:solidFill>
              </a:rPr>
              <a:t>15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1B8A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417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B8AA"/>
                </a:solidFill>
              </a:rPr>
              <a:t>161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Distinct Customers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9680" y="12801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1B8A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0" y="1417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B8AA"/>
                </a:solidFill>
              </a:rPr>
              <a:t>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Product Categories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Key Columns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290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order_id, order_date, customer_id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customer_age, customer_gender, customer_city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product_category, product_price, quantity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discount_pct, total_amount, payment_method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delivery_days, customer_rating, is_returned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3017520"/>
            <a:ext cx="5120640" cy="2651760"/>
          </a:xfrm>
          <a:prstGeom prst="roundRect">
            <a:avLst>
              <a:gd name="adj" fmla="val 3448"/>
            </a:avLst>
          </a:prstGeom>
          <a:solidFill>
            <a:srgbClr val="1B1F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8C00"/>
                </a:solidFill>
              </a:rPr>
              <a:t>Intentional Data Quality Issues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61188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Missing values across 4+ columns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3 duplicate rows (simulated double export)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1 invalid negative value (delivery_days)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2 genuine outliers (bulk order, delivery delay)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E-Commerce Sales &amp; Customer Analytics  |  InternNova Capstone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</a:rPr>
              <a:t>Data Cleaning Process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5486400" cy="219456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Before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After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Rows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403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400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Missing values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Present in 4+ columns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Duplicate rows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Invalid values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 (negative delivery_days)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922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Steps Applied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69164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Inspected shape, dtypes &amp; missing values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Filled numeric gaps with column median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Removed 3 duplicate rows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Corrected 1 invalid negative value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Fixed data types (dates, integers, booleans)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3840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1B8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Result: a fully clean, analysis-ready 400-row dataset with zero missing values and zero duplicates.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E-Commerce Sales &amp; Customer Analytics  |  InternNova Capstone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</a:rPr>
              <a:t>Exploratory Data Analysis — Key Findings</a:t>
            </a:r>
            <a:endParaRPr lang="en-US" sz="2400" dirty="0"/>
          </a:p>
        </p:txBody>
      </p:sp>
      <p:pic>
        <p:nvPicPr>
          <p:cNvPr id="3" name="Image 0" descr="/home/claude/capstone/pptx_build/chart7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512064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26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Correlation Heatmap — Numeric Variables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035040" y="1005840"/>
            <a:ext cx="5577840" cy="5120640"/>
          </a:xfrm>
          <a:prstGeom prst="roundRect">
            <a:avLst>
              <a:gd name="adj" fmla="val 1429"/>
            </a:avLst>
          </a:prstGeom>
          <a:solidFill>
            <a:srgbClr val="F7F7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0936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What the Data Shows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4592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Quantity purchased correlates with order value far more strongly (r = 0.72) than unit price does (r = 0.26)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Outliers were detected using the IQR method — applied per product category, not globally, to avoid false-flagging naturally higher-priced Electronics orders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Sports has a return rate more than double the company average (20.0% vs 9.2%)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Delhi leads all cities in total sales (Rs.570,617)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March saw an unusual spike, partly driven by a single large bulk order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E-Commerce Sales &amp; Customer Analytics  |  InternNova Capstone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</a:rPr>
              <a:t>Visualizations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7 charts built with Matplotlib &amp; Seaborn — exceeding the required 5</a:t>
            </a:r>
            <a:endParaRPr lang="en-US" sz="1250" dirty="0"/>
          </a:p>
        </p:txBody>
      </p:sp>
      <p:pic>
        <p:nvPicPr>
          <p:cNvPr id="4" name="Image 0" descr="/home/claude/capstone/pptx_build/chart2_sales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611880" cy="2331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118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Total Sales by Category</a:t>
            </a:r>
            <a:endParaRPr lang="en-US" sz="1050" dirty="0"/>
          </a:p>
        </p:txBody>
      </p:sp>
      <p:pic>
        <p:nvPicPr>
          <p:cNvPr id="6" name="Image 1" descr="/home/claude/capstone/pptx_build/chart6_payment_method_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3611880" cy="2331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97680" y="36118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Orders by Payment Method</a:t>
            </a:r>
            <a:endParaRPr lang="en-US" sz="1050" dirty="0"/>
          </a:p>
        </p:txBody>
      </p:sp>
      <p:pic>
        <p:nvPicPr>
          <p:cNvPr id="8" name="Image 2" descr="/home/claude/capstone/pptx_build/chart5_delivery_days_boxpl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34440"/>
            <a:ext cx="3611880" cy="23317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0" y="36118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Delivery Time by Category</a:t>
            </a:r>
            <a:endParaRPr lang="en-US" sz="1050" dirty="0"/>
          </a:p>
        </p:txBody>
      </p:sp>
      <p:pic>
        <p:nvPicPr>
          <p:cNvPr id="10" name="Image 3" descr="/home/claude/capstone/pptx_build/chart4_price_vs_total_scat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4114800"/>
            <a:ext cx="6492240" cy="23317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834640" y="64922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Product Price vs Total Order Amount (by Category)</a:t>
            </a:r>
            <a:endParaRPr lang="en-US" sz="1050" dirty="0"/>
          </a:p>
        </p:txBody>
      </p:sp>
      <p:sp>
        <p:nvSpPr>
          <p:cNvPr id="12" name="Text 6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E-Commerce Sales &amp; Customer Analytics  |  InternNova Capstone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</a:rPr>
              <a:t>Power BI Dashboard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4 KPI cards, 5 visualizations, 2 slicers — target layout for the live, interactive report</a:t>
            </a:r>
            <a:endParaRPr lang="en-US" sz="1250" dirty="0"/>
          </a:p>
        </p:txBody>
      </p:sp>
      <p:pic>
        <p:nvPicPr>
          <p:cNvPr id="4" name="Image 0" descr="/home/claude/capstone/pptx_build/dashboard_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5257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E-Commerce Sales &amp; Customer Analytics  |  InternNova Capstone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Business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Electronics dominates revenue (Rs.1,519,856) despite lower order volume — driven by high per-unit prices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860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Quantity purchased matters more than unit price for order value (r=0.72 vs r=0.26) — bundling likely beats discounting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461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Sales are geographically concentrated — Delhi alone leads all cities at Rs.570,617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062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Sports has a notably high return rate (20.0%) vs the 9.2% company average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663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UPI is the dominant payment method (32% of orders), ahead of all card and cash options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E-Commerce Sales &amp; Customer Analytics  |  InternNova Capstone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</a:rPr>
              <a:t>Recommendations &amp; 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B8AA"/>
                </a:solidFill>
              </a:rPr>
              <a:t>Business Recommendations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Promote bundle deals and multi-buy discounts rather than relying on per-item price discounting, since order quantity drives order value far more than price does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Investigate the elevated Sports return rate before scaling marketing spend in that category, to protect margin rather than just top-line sales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0632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Double down on Delhi while piloting targeted campaigns in lower-performing cities to test whether the gap is demand or awareness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00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720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This project took a raw, imperfect e-commerce dataset through the complete analytics lifecycle — cleaning, exploration, visualization, dashboarding, and business storytelling. The most actionable finding — that basket size predicts order value far better than pricing does — directly challenges an intuitive assumption and points to a concrete, testable business action: bundling over discounting.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E-Commerce Sales &amp; Customer Analytics  |  InternNova Capstone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2026-09-08T05:35:55Z</dcterms:created>
  <dcterms:modified xsi:type="dcterms:W3CDTF">2026-09-08T05:35:55Z</dcterms:modified>
</cp:coreProperties>
</file>